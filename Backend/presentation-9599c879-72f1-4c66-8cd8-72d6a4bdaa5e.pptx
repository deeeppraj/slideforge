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INTRODUCTION TO AI 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Artificial Intelligence in Healthcare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Artificial Intelligence is being increasingly used in healthcare to improve diagnostics and patient care.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Transforming Healthcare Systems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AI is transforming healthcare systems by optimizing operations and enabling personalized medicine.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Improving Patient Outcomes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The ultimate goal of AI in healthcare is to improve patient outcomes and save lives.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716677b-abc8-414c-9623-92b5712c0d5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BENEFITS OF AI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Improved Diagnostics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AI can help improve diagnostics by analyzing large amounts of medical data and identifying patterns.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Enhanced Patient Experience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AI-powered chatbots and virtual assistants can enhance the patient experience by providing personalized support.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Increased Efficiency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AI can increase efficiency in healthcare by automating routine tasks and streamlining clinical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8c7f370-20f2-4ffa-8d83-84abd1e42c6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REAL-WORLD APPLICATIONS OF AI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Predictive Analytics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Predictive analytics can be used to forecast patient outcomes and identify high-risk patients.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Computer Vision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Computer vision can be used to analyze medical images and detect diseases such as cancer.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Natural Language Processing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Natural language processing can be used to analyze clinical notes and identify patterns in patient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9a51641a-3357-4cff-850c-3fe42aa968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ETHICAL AND OPERATIONAL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Data Privacy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Ensuring data privacy is a major challenge in AI-powered healthcare, as sensitive patient data must be protected.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Bias in AI Algorithms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Bias in AI algorithms can lead to unfair outcomes and perpetuate existing healthcare disparities.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Regulatory Frameworks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Regulatory frameworks are needed to ensure the safe and effective development and deployment of AI in healthcare.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fbaad9-0db4-4afd-b2b8-e81ce7b7518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FUTURE POTENTIAL OF AI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Personalized Medicine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AI can enable personalized medicine by tailoring treatments to individual patients' needs and characteristics.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Telehealth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Telehealth can expand access to healthcare services and improve health outcomes for remote and underserved populations.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Population Health Management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AI can help manage population health by analyzing large datasets and identifying trends and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eb6dbc0-ad3a-4e25-9658-e98edd26cf4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AI is Transforming Healthcare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AI is transforming healthcare by improving diagnostics, optimizing operations, and enabling personalized patient care.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Addressing Challenges is Crucial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Addressing ethical and operational challenges is crucial to ensuring the safe and effective development and deployment…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Investing in AI is Essential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Investing in AI is essential to realizing its full potential and improving health outcomes for patients around the…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446727ce-8753-4552-9f9f-2511d4c7d8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