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3657600"/>
            <a:ext cx="8229600" cy="82296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INTRODUCTION TO AI  IN HEALTHCARE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2004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103120"/>
            <a:ext cx="502920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◆ Artificial Intelligence in Healthcare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Artificial Intelligence is being increasingly used in healthcare to improve diagnostics and patient care.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◆ Transforming Healthcare Systems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AI is transforming healthcare systems by optimizing operations and enabling personalized medicine.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◆ Improving Patient Outcomes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The ultimate goal of AI in healthcare is to improve patient outcomes and save lives.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057400"/>
            <a:ext cx="3291840" cy="448056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79809412-a030-455f-882e-60039b8e39d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48840"/>
            <a:ext cx="31089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3657600"/>
            <a:ext cx="8229600" cy="82296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KEY BENEFITS OF AI IN HEALTHCARE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2004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103120"/>
            <a:ext cx="502920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◆ Improved Diagnostics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AI can help improve diagnostics by analyzing large amounts of medical data and identifying patterns.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◆ Enhanced Patient Experience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AI-powered chatbots and virtual assistants can enhance the patient experience by providing personalized support.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◆ Increased Efficiency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AI can increase efficiency in healthcare by automating routine tasks and streamlining clinical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057400"/>
            <a:ext cx="3291840" cy="448056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5b0acf19-996d-453d-9f9e-ad8eb4157b1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48840"/>
            <a:ext cx="31089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3657600"/>
            <a:ext cx="8229600" cy="82296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REAL-WORLD APPLICATIONS OF AI IN HEALTHCARE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2004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103120"/>
            <a:ext cx="502920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◆ Predictive Analytics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Predictive analytics can be used to forecast patient outcomes and identify high-risk patients.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◆ Computer Vision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Computer vision can be used to analyze medical images and detect diseases such as cancer.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◆ Natural Language Processing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Natural language processing can be used to analyze clinical notes and identify patterns in patient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057400"/>
            <a:ext cx="3291840" cy="448056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5c8561ff-559a-4c1d-af12-5cfd2981b6b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48840"/>
            <a:ext cx="31089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3657600"/>
            <a:ext cx="8229600" cy="82296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ETHICAL AND OPERATIONAL CHALLENGES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2004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103120"/>
            <a:ext cx="502920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◆ Data Privacy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Ensuring data privacy is a major challenge in AI-powered healthcare, as sensitive patient data must be protected.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◆ Bias in AI Algorithms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Bias in AI algorithms can lead to unfair outcomes and perpetuate existing healthcare disparities.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◆ Regulatory Frameworks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Regulatory frameworks are needed to ensure the safe and effective development and deployment of AI in healthcare.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057400"/>
            <a:ext cx="3291840" cy="448056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8c018efb-9a76-460c-baf7-cb674bf1eba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48840"/>
            <a:ext cx="31089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3657600"/>
            <a:ext cx="8229600" cy="82296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FUTURE POTENTIAL OF AI IN HEALTHCARE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2004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103120"/>
            <a:ext cx="502920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◆ Personalized Medicine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AI can enable personalized medicine by tailoring treatments to individual patients' needs and characteristics.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◆ Telehealth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Telehealth can expand access to healthcare services and improve health outcomes for remote and underserved populations.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◆ Population Health Management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AI can help manage population health by analyzing large datasets and identifying trends and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057400"/>
            <a:ext cx="3291840" cy="448056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cc3576c-6fae-4be8-9f88-7279acd03a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48840"/>
            <a:ext cx="31089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3657600"/>
            <a:ext cx="8229600" cy="82296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2004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103120"/>
            <a:ext cx="502920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◆ AI is Transforming Healthcare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AI is transforming healthcare by improving diagnostics, optimizing operations, and enabling personalized patient care.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◆ Addressing Challenges is Crucial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Addressing ethical and operational challenges is crucial to ensuring the safe and effective development and deployment…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◆ Investing in AI is Essential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Investing in AI is essential to realizing its full potential and improving health outcomes for patients around the…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057400"/>
            <a:ext cx="3291840" cy="448056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61afe4b6-786f-4adb-903b-bd75717c2fc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48840"/>
            <a:ext cx="3108960" cy="4297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