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INTRODUCTION TO CORRUPTION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Definition of Corruption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Corruption refers to the abuse of power for personal gain, leading to social and economic inequality.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Prevalence in India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India has been ranked as one of the most corrupt countries in the world, with widespread bribery and embezzlement.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Impact on Society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Corruption affects the common people, leading to poor public services, increased poverty, and social unrest.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67a0861-1680-4191-90b7-877ca034df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FORMS OF CORRUPTION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Bribery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Bribery involves the exchange of money or favors for influence or services.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Embezzlement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Embezzlement is the theft of funds or assets by individuals in positions of power.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Nepotism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Nepotism refers to the practice of giving favors or jobs to family members or friends.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c5fda7b-16bd-4edf-9beb-acb8e6536d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CAUSES OF CORRUPTION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Lack of Transparency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Lack of transparency in government and business dealings creates an environment conducive to corruption.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Poor Governance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Poor governance and weak institutions enable corrupt practices to thrive.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Economic Inequality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Economic inequality and poverty can drive individuals to engage in corrupt activities.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82468cc-3bd8-437f-96d6-200ace5de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EFFECTS OF CORRUPTION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Economic Consequences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Corruption can lead to economic instability, inflation, and reduced economic growth.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Social Impact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Corruption affects the social fabric, leading to increased poverty, inequality, and social unrest.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Environmental Degradation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Corruption can also lead to environmental degradation, as regulations are ignored or bypassed.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36027f1-d256-4351-9692-f842f91c7b2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COMMON PEOPLE'S SUFFERING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Poor Public Services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Corruption leads to poor public services, including healthcare, education, and infrastructure.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Increased Poverty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Increased poverty and economic inequality are direct consequences of corruption.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Lack of Access to Basic Needs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The lack of access to basic needs, such as clean water and sanitation, is a result of corrupt practices.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974ced78-39bc-4698-be0b-6bdcc4d634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MEASURES TO CONTROL CORRUPTION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Strengthening Institutions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Strengthening institutions, such as the judiciary and law enforcement, is crucial to combating corruption.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Increasing Transparency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Increasing transparency in government and business dealings can help prevent corrupt practices.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Implementing Anti-Corruption Laws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Implementing and enforcing anti-corruption laws can deter individuals from engaging in corrupt activities.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83dacb81-3ac1-47ea-93ff-19e3ae3e453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ROLE OF CITIZENS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Reporting Corruption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Citizens can play a crucial role in reporting corruption and bringing it to the attention of authorities.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Participating in Governance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Participating in governance, such as voting and engaging in public debates, can help prevent corruption.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Supporting Anti-Corruption Efforts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Supporting anti-corruption efforts, such as NGOs and advocacy groups, can help create a culture of transparency and…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e57bcc-e44f-4361-a0cc-9f432f28eb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CHALLENGES IN CONTROLLING CORRUPTION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Lack of Political Will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The lack of political will to address corruption can hinder efforts to combat it.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Inadequate Resources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Inadequate resources, such as funding and personnel, can limit the effectiveness of anti-corruption efforts.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Social and Cultural Norms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Social and cultural norms, such as the acceptance of bribery, can make it difficult to change behaviors and attitudes.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15632d6-1b3f-41e7-9d56-1d148df2cb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SUCCESS STORIES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Anti-Corruption Campaigns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Anti-corruption campaigns, such as awareness-raising initiatives, can help change public perceptions and behaviors.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Whistleblower Protection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Whistleblower protection laws can encourage individuals to come forward and report corruption.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Increased Transparency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Increased transparency, such as through open data initiatives, can help prevent corruption and increase accountability.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3186ee9-882c-4363-b159-2297857ac4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8229600" cy="82296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20040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52120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Corruption is a Complex Issue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Corruption is a complex issue that requires a comprehensive approach to address.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Addressing Corruption Requires Collective Effort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Addressing corruption requires the collective effort of governments, citizens, and institutions.</a:t>
            </a:r>
          </a:p>
          <a:p>
            <a:pPr>
              <a:spcAft>
                <a:spcPts val="300"/>
              </a:spcAft>
              <a:defRPr sz="2600" b="1">
                <a:solidFill>
                  <a:srgbClr val="FFFFFF"/>
                </a:solidFill>
              </a:defRPr>
            </a:pPr>
            <a:r>
              <a:t>◆ Creating a Corruption-Free Society is Possible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Creating a corruption-free society is possible, but it requires sustained efforts and a commitment to transparency and…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57400"/>
            <a:ext cx="3291840" cy="448056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eadf0cc-55b8-4f3e-b411-2b3dc90328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8840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